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7" r:id="rSecond"/>
    <p:sldId id="256" r:id="rFirst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First" Type="http://schemas.openxmlformats.org/officeDocument/2006/relationships/slide" Target="slides/slide1.xml"/><Relationship Id="rSecond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ko-KR"/>
              <a:t>합성 테스트: 마지막 슬라이드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ko-KR"/>
              <a:t>합성 테스트: 첫 슬라이드</a:t>
            </a:r>
          </a:p>
        </p:txBody>
      </p:sp>
    </p:spTree>
  </p:cSld>
  <p:clrMapOvr>
    <a:masterClrMapping/>
  </p:clrMapOvr>
</p:sld>
</file>